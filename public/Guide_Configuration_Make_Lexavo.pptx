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54480" y="868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vos réseaux sociaux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configuration étape par étape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étapes simples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problème : contact@lexavo.fr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Make.com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Allez sur make.com et créez un compte gratuit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Connectez-vous à votre espace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"+ Create scenario" en haut à droite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0" descr="/home/claude/s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 plan gratuit est suffisant pour démarrer.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le Blueprint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dans le vide pour fermer la fenêtre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les "..." en haut à droite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"Import blueprint"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0390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Importez le fichier téléchargé depuis Lexavo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/home/claude/ss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 fichier Blueprint se trouve dans votre espace Lexavo.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vos réseaux sociaux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votre scénario de publication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Supprimez les modules non souhaités (clic droit → Delete)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disponibles : LinkedIn perso, LinkedIn entreprise, Facebook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0" descr="/home/claude/ss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Supprimez un module si vous n'avez pas ce réseau.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vos profils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chaque module LinkedIn / Facebook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"Add" dans la fenêtre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le premier choix dans "Connection type"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0390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"Save" puis autorisez la connexion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430682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Répétez pour chaque module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0" descr="/home/claude/ss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Une fenêtre d'autorisation s'ouvre automatiquement.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l'URL webhook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 module rouge (Webhooks) à gauche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"Add"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Copiez le lien avec "Copy address to clipboard"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0390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Collez ce lien dans Lexavo et cliquez "Enregistrer"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/home/claude/ss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Cette URL relie Lexavo à votre scénario Make.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et activer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29514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"Run once" pour tester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Publiez un post test depuis Lexavo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30098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que tout est au vert dans Make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0390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"Every 15 minutes" → choisissez "Immediately"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4306824"/>
            <a:ext cx="201168" cy="20116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Sauvegardez avec la disquette en bas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"/>
            <a:ext cx="5852160" cy="278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0" descr="/home/claude/ss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411480"/>
            <a:ext cx="5577840" cy="2512541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246120" y="3152621"/>
            <a:ext cx="585216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152621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Pensez à supprimer le post test sur vos réseaux !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640080"/>
            <a:ext cx="1371600" cy="1371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terminée !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publications Lexavo sont maintenant diffusées automatiquement sur vos réseaux sociaux.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3749040"/>
            <a:ext cx="4114800" cy="822960"/>
          </a:xfrm>
          <a:prstGeom prst="rect">
            <a:avLst/>
          </a:prstGeom>
          <a:solidFill>
            <a:srgbClr val="1E2D40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749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 ? Contactez-nous : </a:t>
            </a:r>
            <a:pPr algn="ctr" indent="0" marL="0">
              <a:buNone/>
            </a:pPr>
            <a:r>
              <a:rPr lang="en-US" sz="12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contact@lexavo.fr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Make.com — Lexavo</dc:title>
  <dc:subject>PptxGenJS Presentation</dc:subject>
  <dc:creator>PptxGenJS</dc:creator>
  <cp:lastModifiedBy>PptxGenJS</cp:lastModifiedBy>
  <cp:revision>1</cp:revision>
  <dcterms:created xsi:type="dcterms:W3CDTF">2026-05-11T20:57:52Z</dcterms:created>
  <dcterms:modified xsi:type="dcterms:W3CDTF">2026-05-11T20:57:52Z</dcterms:modified>
</cp:coreProperties>
</file>